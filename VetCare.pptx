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9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48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898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518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67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7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087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93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2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961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4053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284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9245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90242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822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098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868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16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10E7720-2CF1-412D-83CF-A46EFA57510D}" type="datetimeFigureOut">
              <a:rPr lang="ru-RU" smtClean="0"/>
              <a:t>11.06.2026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5A4932A-C214-4608-BD98-3FEC16A787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054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8CB8DB-646F-4379-B1B7-BB9EE7F85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2268939"/>
            <a:ext cx="9440034" cy="1828801"/>
          </a:xfrm>
        </p:spPr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F7F8FC"/>
                </a:solidFill>
                <a:effectLst/>
              </a:rPr>
              <a:t>VetCare</a:t>
            </a:r>
            <a:r>
              <a:rPr lang="ru-RU" b="0" i="0" dirty="0">
                <a:solidFill>
                  <a:srgbClr val="F7F8FC"/>
                </a:solidFill>
                <a:effectLst/>
              </a:rPr>
              <a:t> — Информационная система управления ветеринарной клиникой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A19788-8DE0-4101-8D4D-A6D210273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1966" y="5212135"/>
            <a:ext cx="9440034" cy="1049867"/>
          </a:xfrm>
        </p:spPr>
        <p:txBody>
          <a:bodyPr/>
          <a:lstStyle/>
          <a:p>
            <a:pPr algn="r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7F8FC"/>
                </a:solidFill>
                <a:effectLst/>
                <a:latin typeface="+mj-lt"/>
              </a:rPr>
              <a:t>ФИО: Коновалов Эрик Владимирович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7F8FC"/>
                </a:solidFill>
                <a:effectLst/>
                <a:latin typeface="+mj-lt"/>
              </a:rPr>
              <a:t>Группа: 11-2-РПО-24-1</a:t>
            </a:r>
          </a:p>
          <a:p>
            <a:pPr algn="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8435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5A0ACF-F4CF-4A01-9B9E-49BA7D03F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было на входе в УП.03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14136B3-FFF0-406E-AE48-51B246DB5E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8649" y="1484515"/>
            <a:ext cx="5487596" cy="4517943"/>
          </a:xfrm>
        </p:spPr>
      </p:pic>
    </p:spTree>
    <p:extLst>
      <p:ext uri="{BB962C8B-B14F-4D97-AF65-F5344CB8AC3E}">
        <p14:creationId xmlns:p14="http://schemas.microsoft.com/office/powerpoint/2010/main" val="235758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ED03BE-B4FC-4677-914B-B7A1F6683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Запуск проекта одной командой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CD3EC7-A38B-4E95-8E22-D5A00D3C4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80050"/>
            <a:ext cx="5268640" cy="2154436"/>
          </a:xfrm>
          <a:prstGeom prst="rect">
            <a:avLst/>
          </a:prstGeom>
          <a:solidFill>
            <a:srgbClr val="23232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BAT-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скрипты: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setup.bat, run.bat, check.bat, format.bat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Makefile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make setup, make run, make check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Docker: 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Dockerfile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+ docker-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compose.yml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Качество кода: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Ruff 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линтер) +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Black (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форматтер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Конфигурация: .</a:t>
            </a:r>
            <a:r>
              <a:rPr kumimoji="0" lang="en-US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env.example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без секретов)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12E8B3-4AB1-4F58-B865-A8B85A0E1C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863152" y="2639127"/>
            <a:ext cx="7328848" cy="413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508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BE6BE-6E51-4357-8523-55BA0B6CC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Production-</a:t>
            </a:r>
            <a:r>
              <a:rPr lang="ru-RU" dirty="0"/>
              <a:t>развертывание через </a:t>
            </a:r>
            <a:r>
              <a:rPr lang="en-US" dirty="0"/>
              <a:t>Docker + </a:t>
            </a:r>
            <a:r>
              <a:rPr lang="en-US" dirty="0" err="1"/>
              <a:t>Gunicorn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D49771-E743-46AD-A782-465AD1797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14336"/>
            <a:ext cx="10353762" cy="4058751"/>
          </a:xfrm>
        </p:spPr>
        <p:txBody>
          <a:bodyPr/>
          <a:lstStyle/>
          <a:p>
            <a:r>
              <a:rPr lang="ru-RU" dirty="0">
                <a:effectLst/>
              </a:rPr>
              <a:t>Вариант: Локальный </a:t>
            </a:r>
            <a:r>
              <a:rPr lang="en-US" dirty="0">
                <a:effectLst/>
              </a:rPr>
              <a:t>demo-</a:t>
            </a:r>
            <a:r>
              <a:rPr lang="ru-RU" dirty="0">
                <a:effectLst/>
              </a:rPr>
              <a:t>стенд через </a:t>
            </a:r>
            <a:r>
              <a:rPr lang="en-US" dirty="0">
                <a:effectLst/>
              </a:rPr>
              <a:t>Docker</a:t>
            </a:r>
          </a:p>
          <a:p>
            <a:r>
              <a:rPr lang="en-US" dirty="0">
                <a:effectLst/>
              </a:rPr>
              <a:t>WSGI-</a:t>
            </a:r>
            <a:r>
              <a:rPr lang="ru-RU" dirty="0">
                <a:effectLst/>
              </a:rPr>
              <a:t>сервер: </a:t>
            </a:r>
            <a:r>
              <a:rPr lang="en-US" dirty="0" err="1">
                <a:effectLst/>
              </a:rPr>
              <a:t>Gunicorn</a:t>
            </a:r>
            <a:r>
              <a:rPr lang="en-US" dirty="0">
                <a:effectLst/>
              </a:rPr>
              <a:t> (1 worker </a:t>
            </a:r>
            <a:r>
              <a:rPr lang="ru-RU" dirty="0">
                <a:effectLst/>
              </a:rPr>
              <a:t>для </a:t>
            </a:r>
            <a:r>
              <a:rPr lang="en-US" dirty="0">
                <a:effectLst/>
              </a:rPr>
              <a:t>SQLite)</a:t>
            </a:r>
          </a:p>
          <a:p>
            <a:r>
              <a:rPr lang="ru-RU" dirty="0">
                <a:effectLst/>
              </a:rPr>
              <a:t>Файлы: </a:t>
            </a:r>
            <a:r>
              <a:rPr lang="en-US" dirty="0" err="1">
                <a:effectLst/>
              </a:rPr>
              <a:t>Dockerfile.prod</a:t>
            </a:r>
            <a:r>
              <a:rPr lang="en-US" dirty="0">
                <a:effectLst/>
              </a:rPr>
              <a:t>, docker-</a:t>
            </a:r>
            <a:r>
              <a:rPr lang="en-US" dirty="0" err="1">
                <a:effectLst/>
              </a:rPr>
              <a:t>compose.prod.yml</a:t>
            </a:r>
            <a:r>
              <a:rPr lang="en-US" dirty="0">
                <a:effectLst/>
              </a:rPr>
              <a:t>, .</a:t>
            </a:r>
            <a:r>
              <a:rPr lang="en-US" dirty="0" err="1">
                <a:effectLst/>
              </a:rPr>
              <a:t>env.production.example</a:t>
            </a:r>
            <a:endParaRPr lang="en-US" dirty="0">
              <a:effectLst/>
            </a:endParaRPr>
          </a:p>
          <a:p>
            <a:r>
              <a:rPr lang="ru-RU" dirty="0">
                <a:effectLst/>
              </a:rPr>
              <a:t>Скрипты: </a:t>
            </a:r>
            <a:r>
              <a:rPr lang="en-US" dirty="0">
                <a:effectLst/>
              </a:rPr>
              <a:t>deploy.bat, restart.bat, check_deploy.bat</a:t>
            </a:r>
          </a:p>
          <a:p>
            <a:r>
              <a:rPr lang="ru-RU" dirty="0">
                <a:effectLst/>
              </a:rPr>
              <a:t>Адрес: </a:t>
            </a:r>
            <a:r>
              <a:rPr lang="en-US" dirty="0">
                <a:effectLst/>
              </a:rPr>
              <a:t>http://127.0.0.1:5000</a:t>
            </a:r>
            <a:endParaRPr lang="ru-RU" dirty="0">
              <a:effectLst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BB4C23-0F0D-4F00-BF1B-42736440A27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1367" y="3074470"/>
            <a:ext cx="6200633" cy="3684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620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8958E-7236-4820-8C7F-B95FDDC3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и качество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494E52-7E5E-4B72-8CC1-1C975770D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0050"/>
            <a:ext cx="10353762" cy="4058751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Тесты: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17 </a:t>
            </a:r>
            <a:r>
              <a:rPr lang="en-US" b="0" i="0" dirty="0" err="1">
                <a:solidFill>
                  <a:srgbClr val="F7F8FC"/>
                </a:solidFill>
                <a:effectLst/>
                <a:latin typeface="system-ui"/>
              </a:rPr>
              <a:t>pytest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-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тестов (10 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smoke + 7 API) — 100% passed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7F8FC"/>
                </a:solidFill>
                <a:effectLst/>
                <a:latin typeface="system-ui"/>
              </a:rPr>
              <a:t>API-</a:t>
            </a: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проверки: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curl (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успешные + ошибочные сценарии)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solidFill>
                  <a:srgbClr val="F7F8FC"/>
                </a:solidFill>
                <a:effectLst/>
                <a:latin typeface="system-ui"/>
              </a:rPr>
              <a:t>DevTools</a:t>
            </a:r>
            <a:r>
              <a:rPr lang="en-US" b="1" i="0" dirty="0">
                <a:solidFill>
                  <a:srgbClr val="F7F8FC"/>
                </a:solidFill>
                <a:effectLst/>
                <a:latin typeface="system-ui"/>
              </a:rPr>
              <a:t>: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 Console, Network, Performance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7F8FC"/>
                </a:solidFill>
                <a:effectLst/>
                <a:latin typeface="system-ui"/>
              </a:rPr>
              <a:t>Lighthouse:</a:t>
            </a:r>
            <a:r>
              <a:rPr lang="en-US" b="0" i="0" dirty="0">
                <a:solidFill>
                  <a:srgbClr val="F7F8FC"/>
                </a:solidFill>
                <a:effectLst/>
                <a:latin typeface="system-ui"/>
              </a:rPr>
              <a:t> Performance 72, Accessibility 89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Дефекты: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найдено 6, исправлено 1, 5 в плане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7F8FC"/>
                </a:solidFill>
                <a:effectLst/>
                <a:latin typeface="system-ui"/>
              </a:rPr>
              <a:t>Производительность:</a:t>
            </a:r>
            <a:r>
              <a:rPr lang="ru-RU" b="0" i="0" dirty="0">
                <a:solidFill>
                  <a:srgbClr val="F7F8FC"/>
                </a:solidFill>
                <a:effectLst/>
                <a:latin typeface="system-ui"/>
              </a:rPr>
              <a:t> среднее время ответа 195</a:t>
            </a:r>
            <a:r>
              <a:rPr lang="en-US" b="0" i="0" dirty="0" err="1">
                <a:solidFill>
                  <a:srgbClr val="F7F8FC"/>
                </a:solidFill>
                <a:effectLst/>
                <a:latin typeface="system-ui"/>
              </a:rPr>
              <a:t>ms</a:t>
            </a:r>
            <a:endParaRPr lang="en-US" b="0" i="0" dirty="0">
              <a:solidFill>
                <a:srgbClr val="F7F8FC"/>
              </a:solidFill>
              <a:effectLst/>
              <a:latin typeface="system-ui"/>
            </a:endParaRPr>
          </a:p>
          <a:p>
            <a:pPr marL="3690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4CFF33-FDC9-4215-8715-A9BCC92B9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766" y="4292896"/>
            <a:ext cx="3037239" cy="256510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5DDF83-075D-4ADE-9D67-2AB212E6A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005" y="2799249"/>
            <a:ext cx="5742995" cy="405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132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61978-D484-4917-8292-FD9DF56BD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Базовая проверка безопасности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DCF44-7097-44E4-9C1D-817A8B601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80049"/>
            <a:ext cx="4208058" cy="3960942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Секреты: .</a:t>
            </a:r>
            <a:r>
              <a:rPr lang="en-US" dirty="0"/>
              <a:t>env </a:t>
            </a:r>
            <a:r>
              <a:rPr lang="ru-RU" dirty="0"/>
              <a:t>не в </a:t>
            </a:r>
            <a:r>
              <a:rPr lang="en-US" dirty="0"/>
              <a:t>Git, .</a:t>
            </a:r>
            <a:r>
              <a:rPr lang="en-US" dirty="0" err="1"/>
              <a:t>env.example</a:t>
            </a:r>
            <a:r>
              <a:rPr lang="en-US" dirty="0"/>
              <a:t> </a:t>
            </a:r>
            <a:r>
              <a:rPr lang="ru-RU" dirty="0"/>
              <a:t>без паролей</a:t>
            </a:r>
          </a:p>
          <a:p>
            <a:r>
              <a:rPr lang="ru-RU" dirty="0"/>
              <a:t>Зависимости: </a:t>
            </a:r>
            <a:r>
              <a:rPr lang="en-US" dirty="0"/>
              <a:t>pip-audit — </a:t>
            </a:r>
            <a:r>
              <a:rPr lang="ru-RU" dirty="0"/>
              <a:t>уязвимостей не найдено</a:t>
            </a:r>
          </a:p>
          <a:p>
            <a:r>
              <a:rPr lang="ru-RU" dirty="0"/>
              <a:t>Роли: </a:t>
            </a:r>
            <a:r>
              <a:rPr lang="en-US" dirty="0"/>
              <a:t>admin/doctor, </a:t>
            </a:r>
            <a:r>
              <a:rPr lang="ru-RU" dirty="0"/>
              <a:t>защита маршрутов через @</a:t>
            </a:r>
            <a:r>
              <a:rPr lang="en-US" dirty="0" err="1"/>
              <a:t>login_required</a:t>
            </a:r>
            <a:endParaRPr lang="en-US" dirty="0"/>
          </a:p>
          <a:p>
            <a:r>
              <a:rPr lang="en-US" dirty="0"/>
              <a:t>Backup/Restore: backup.bat + restore.bat — </a:t>
            </a:r>
            <a:r>
              <a:rPr lang="ru-RU" dirty="0"/>
              <a:t>проверено</a:t>
            </a:r>
          </a:p>
          <a:p>
            <a:r>
              <a:rPr lang="ru-RU" dirty="0"/>
              <a:t>Порты: только 5000, лишних нет</a:t>
            </a:r>
          </a:p>
          <a:p>
            <a:r>
              <a:rPr lang="ru-RU" dirty="0"/>
              <a:t>Риски: 12 выявлено, 3 критических (</a:t>
            </a:r>
            <a:r>
              <a:rPr lang="en-US" dirty="0"/>
              <a:t>HTTPS, </a:t>
            </a:r>
            <a:r>
              <a:rPr lang="ru-RU" dirty="0"/>
              <a:t>проверка владельца данных, авто-</a:t>
            </a:r>
            <a:r>
              <a:rPr lang="en-US" dirty="0"/>
              <a:t>backup)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878757-D04C-4114-8D47-60E03729E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409" y="1463722"/>
            <a:ext cx="798394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98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17CD3C-483C-4BAA-8162-3730185A5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Полный цикл сопровождения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232C72-D71E-4423-9DD8-7CECAD07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77" y="1732449"/>
            <a:ext cx="5691721" cy="4791181"/>
          </a:xfrm>
        </p:spPr>
        <p:txBody>
          <a:bodyPr/>
          <a:lstStyle/>
          <a:p>
            <a:r>
              <a:rPr lang="en-US" dirty="0"/>
              <a:t>Issue: BUG-02 — </a:t>
            </a:r>
            <a:r>
              <a:rPr lang="ru-RU" dirty="0"/>
              <a:t>стандартная 404-страница </a:t>
            </a:r>
            <a:r>
              <a:rPr lang="en-US" dirty="0" err="1"/>
              <a:t>Werkzeug</a:t>
            </a:r>
            <a:endParaRPr lang="en-US" dirty="0"/>
          </a:p>
          <a:p>
            <a:r>
              <a:rPr lang="ru-RU" dirty="0"/>
              <a:t>Ветка: </a:t>
            </a:r>
            <a:r>
              <a:rPr lang="en-US" dirty="0"/>
              <a:t>support/fix-404-page</a:t>
            </a:r>
          </a:p>
          <a:p>
            <a:r>
              <a:rPr lang="ru-RU" dirty="0"/>
              <a:t>Исправление: </a:t>
            </a:r>
            <a:r>
              <a:rPr lang="ru-RU" dirty="0" err="1"/>
              <a:t>кастомная</a:t>
            </a:r>
            <a:r>
              <a:rPr lang="ru-RU" dirty="0"/>
              <a:t> 404-страница + </a:t>
            </a:r>
            <a:r>
              <a:rPr lang="en-US" dirty="0" err="1"/>
              <a:t>errorhandler</a:t>
            </a:r>
            <a:endParaRPr lang="en-US" dirty="0"/>
          </a:p>
          <a:p>
            <a:r>
              <a:rPr lang="en-US" dirty="0"/>
              <a:t>CI/CD: GitHub Actions (</a:t>
            </a:r>
            <a:r>
              <a:rPr lang="ru-RU" dirty="0"/>
              <a:t>автоматические тесты при </a:t>
            </a:r>
            <a:r>
              <a:rPr lang="en-US" dirty="0"/>
              <a:t>push/PR)</a:t>
            </a:r>
          </a:p>
          <a:p>
            <a:r>
              <a:rPr lang="en-US" dirty="0"/>
              <a:t>PR: #1 </a:t>
            </a:r>
            <a:r>
              <a:rPr lang="ru-RU" dirty="0"/>
              <a:t>с описанием и чек-листом</a:t>
            </a:r>
          </a:p>
          <a:p>
            <a:r>
              <a:rPr lang="ru-RU" dirty="0"/>
              <a:t>Релиз: </a:t>
            </a:r>
            <a:r>
              <a:rPr lang="en-US" dirty="0"/>
              <a:t>v2.1.1, CHANGELOG.md, RELEASE_NOTES.md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5C860D-1A87-4391-9AF7-214B46BB5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128" y="2769169"/>
            <a:ext cx="6268872" cy="40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43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679F6C-05F7-474A-A6D5-1EA8A38F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Конечный вид продукта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98DC724-5D60-4FFC-BA52-10A88D825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299" y="2833737"/>
            <a:ext cx="3317011" cy="331701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ADB9A3-134C-404E-880A-2A49D2C1123C}"/>
              </a:ext>
            </a:extLst>
          </p:cNvPr>
          <p:cNvSpPr txBox="1"/>
          <p:nvPr/>
        </p:nvSpPr>
        <p:spPr>
          <a:xfrm>
            <a:off x="2180375" y="2119355"/>
            <a:ext cx="13028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err="1"/>
              <a:t>Гитхаб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367B4E-E853-450E-9DD0-3F859F5D7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692" y="2833737"/>
            <a:ext cx="3317011" cy="3317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B8402D-A04E-4CD3-9673-92E400E1E0E5}"/>
              </a:ext>
            </a:extLst>
          </p:cNvPr>
          <p:cNvSpPr txBox="1"/>
          <p:nvPr/>
        </p:nvSpPr>
        <p:spPr>
          <a:xfrm>
            <a:off x="7566103" y="1729840"/>
            <a:ext cx="39880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Краткая документация на </a:t>
            </a:r>
            <a:r>
              <a:rPr lang="ru-RU" sz="2800" dirty="0" err="1"/>
              <a:t>гугл</a:t>
            </a:r>
            <a:r>
              <a:rPr lang="ru-RU" sz="2800" dirty="0"/>
              <a:t> диске</a:t>
            </a:r>
          </a:p>
        </p:txBody>
      </p:sp>
    </p:spTree>
    <p:extLst>
      <p:ext uri="{BB962C8B-B14F-4D97-AF65-F5344CB8AC3E}">
        <p14:creationId xmlns:p14="http://schemas.microsoft.com/office/powerpoint/2010/main" val="1033450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40</TotalTime>
  <Words>346</Words>
  <Application>Microsoft Office PowerPoint</Application>
  <PresentationFormat>Широкоэкранный</PresentationFormat>
  <Paragraphs>40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Calisto MT</vt:lpstr>
      <vt:lpstr>system-ui</vt:lpstr>
      <vt:lpstr>Wingdings 2</vt:lpstr>
      <vt:lpstr>Сланец</vt:lpstr>
      <vt:lpstr>VetCare — Информационная система управления ветеринарной клиникой</vt:lpstr>
      <vt:lpstr>Что было на входе в УП.03</vt:lpstr>
      <vt:lpstr> Запуск проекта одной командой</vt:lpstr>
      <vt:lpstr>Production-развертывание через Docker + Gunicorn</vt:lpstr>
      <vt:lpstr>Тестирование и качество</vt:lpstr>
      <vt:lpstr>Базовая проверка безопасности</vt:lpstr>
      <vt:lpstr>Полный цикл сопровождения</vt:lpstr>
      <vt:lpstr>Конечный вид продукта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VetCare — Информационная система управления ветеринарной клиникой</dc:title>
  <dc:creator>zaradkaka@gmail.com</dc:creator>
  <cp:lastModifiedBy>zaradkaka@gmail.com</cp:lastModifiedBy>
  <cp:revision>4</cp:revision>
  <dcterms:created xsi:type="dcterms:W3CDTF">2026-06-11T05:11:14Z</dcterms:created>
  <dcterms:modified xsi:type="dcterms:W3CDTF">2026-06-11T05:51:59Z</dcterms:modified>
</cp:coreProperties>
</file>